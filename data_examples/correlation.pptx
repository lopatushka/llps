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410335"/>
            <a:ext cx="11849100" cy="3913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Elena</dc:creator>
  <cp:lastModifiedBy>Elena</cp:lastModifiedBy>
  <cp:revision>3</cp:revision>
  <dcterms:created xsi:type="dcterms:W3CDTF">2025-07-23T00:59:00Z</dcterms:created>
  <dcterms:modified xsi:type="dcterms:W3CDTF">2026-02-10T12:28:33Z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